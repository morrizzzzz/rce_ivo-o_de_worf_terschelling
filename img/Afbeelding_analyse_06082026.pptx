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6463C-3551-48DB-16EF-FE7D9953D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751024D-ABD0-E697-29FD-4487ABFD4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177D87-BDD4-D1B4-F461-969D4B79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4872F0-D0F0-70A4-C8EA-F1344BE0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9FE90E-B038-2979-BFF5-E01681E3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36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F8680-A479-FCE2-D72B-BACB5F8A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3D34A7-A37E-05B0-0278-322E5269F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43733EC-F891-14DF-8802-ACFDE6C5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2E45EE-0900-EBF9-69A9-0AC2FD24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5FA2E1B-CD83-0EB4-DF03-254C71A1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80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ABB4C-66B4-D0D5-3742-895DA9A8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41536B7-D0A1-8BB1-D432-86A27CA2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7C9DEF-3531-E207-72BD-9C033315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2D197CA-A7D3-E323-700A-00D8243E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75B8108-25F4-54C7-A7CD-CEF937E7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D57AD-F6BA-0E6D-9C14-F4059AB9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F7A103-7390-0472-FD77-054D6D295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B4A8BF4-457D-2879-1EFE-00CF5D6E6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A691DE-D9DF-79CF-0B07-F9C8BC7B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83B83F9-8A77-7F36-C2C0-5DFC6B1D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0B44315-0E01-226B-56CD-A467E760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38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1CE6B-8C8E-91AC-B1CE-1F0719B7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DE174E4-B825-AA55-F2A3-C4BC618ED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2DD8038-65F8-EF5C-CD34-0D194147F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9A47BC6-BE38-65BB-D80B-CD50923AA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FCAD831-9C3A-6CF7-E5E7-282DEF6FB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C4135BF-1FED-77BA-B410-C5D57B2D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D11DB5E-B11D-7F4E-5C5A-F0CCFF11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730511E-F600-D620-E449-3FE83345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8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E6A8F-C193-3D4C-5F2E-579638C8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429E37E-B4C3-A710-3C33-A0D995A3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99016D6-165E-CB19-5E63-24F8D184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721B84-8FA0-F7C8-909E-4327A649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7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7E56D74-CA04-1BD0-AB26-695A159A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54B6195-A2C0-2E35-DB83-9DBAC56B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90AC32-6CD7-0734-33D4-11FEA085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07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C5E08-ACFF-1CBD-EE8C-B44DE154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54B22B-628F-BD7C-F48B-729BE8E0E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C4B8161-4D3A-2246-3BDE-00A0B57ED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17F31F7-014F-3A0F-B1F1-284BCAD5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56B3BC-3F56-4A9C-51BE-E632C0C1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B148517-8F08-1550-20EB-146F96DC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71A58A-5336-D9E9-ACB9-D0BBD17C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3350F89-FE6C-F1AC-BC9A-441E50A9D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215FD0-64E2-F338-BE88-CD2EA2822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F6F0BEF-4455-0E34-C362-0AF36670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8209E01-C9B8-39D0-A09E-5FCF6A74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1598C7D-7BE8-CB0A-C1BA-EE6911F3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62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A3098F-7BEA-60F1-BEA6-BF2DF6E0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DCB3CEE-E568-C1FA-6486-21D80D1E5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B58D6FA-87BA-6F32-A09B-099CA1AA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2A00A5-E844-B1F6-4584-1D4B0A29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8677A7-7CE1-B00C-6F2B-DF70A906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15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EEFDA0E-E9B1-38A1-52BD-1A8EC3A82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A1D4CDE-1EAD-3345-46BE-83B762488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B0FBB84-0FD4-E122-4583-18D2135A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66D52A-75A1-C7DE-B074-74224379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76E528-5808-0F27-FF43-4F9EC009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06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4003F7-730C-2CA1-C66F-2BD93D969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8743299-A779-6E0C-78F0-9BC8A309B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0C0DFD-6C50-08AE-5223-45FF9FDE2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CC95E-1C75-4A5E-850A-B7CD265CBF7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31D242-38F8-8274-34D1-E1C58F1DF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888BA0-0E3D-EFB1-510D-07332C4C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D6FCC-4094-4116-BBDE-02662A6AA2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45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19E6-FE48-B0E1-46E8-B9467A4A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Vrije vorm: vorm 133">
            <a:extLst>
              <a:ext uri="{FF2B5EF4-FFF2-40B4-BE49-F238E27FC236}">
                <a16:creationId xmlns:a16="http://schemas.microsoft.com/office/drawing/2014/main" id="{0EED9F26-2256-523A-B341-1C76EC8F8D58}"/>
              </a:ext>
            </a:extLst>
          </p:cNvPr>
          <p:cNvSpPr/>
          <p:nvPr/>
        </p:nvSpPr>
        <p:spPr>
          <a:xfrm>
            <a:off x="3377421" y="1941659"/>
            <a:ext cx="4100500" cy="472823"/>
          </a:xfrm>
          <a:custGeom>
            <a:avLst/>
            <a:gdLst>
              <a:gd name="connsiteX0" fmla="*/ 0 w 7564967"/>
              <a:gd name="connsiteY0" fmla="*/ 558800 h 571500"/>
              <a:gd name="connsiteX1" fmla="*/ 160867 w 7564967"/>
              <a:gd name="connsiteY1" fmla="*/ 546100 h 571500"/>
              <a:gd name="connsiteX2" fmla="*/ 190500 w 7564967"/>
              <a:gd name="connsiteY2" fmla="*/ 541867 h 571500"/>
              <a:gd name="connsiteX3" fmla="*/ 292100 w 7564967"/>
              <a:gd name="connsiteY3" fmla="*/ 516467 h 571500"/>
              <a:gd name="connsiteX4" fmla="*/ 347134 w 7564967"/>
              <a:gd name="connsiteY4" fmla="*/ 503767 h 571500"/>
              <a:gd name="connsiteX5" fmla="*/ 389467 w 7564967"/>
              <a:gd name="connsiteY5" fmla="*/ 491067 h 571500"/>
              <a:gd name="connsiteX6" fmla="*/ 440267 w 7564967"/>
              <a:gd name="connsiteY6" fmla="*/ 482600 h 571500"/>
              <a:gd name="connsiteX7" fmla="*/ 461434 w 7564967"/>
              <a:gd name="connsiteY7" fmla="*/ 474133 h 571500"/>
              <a:gd name="connsiteX8" fmla="*/ 491067 w 7564967"/>
              <a:gd name="connsiteY8" fmla="*/ 457200 h 571500"/>
              <a:gd name="connsiteX9" fmla="*/ 529167 w 7564967"/>
              <a:gd name="connsiteY9" fmla="*/ 452967 h 571500"/>
              <a:gd name="connsiteX10" fmla="*/ 563034 w 7564967"/>
              <a:gd name="connsiteY10" fmla="*/ 444500 h 571500"/>
              <a:gd name="connsiteX11" fmla="*/ 630767 w 7564967"/>
              <a:gd name="connsiteY11" fmla="*/ 436033 h 571500"/>
              <a:gd name="connsiteX12" fmla="*/ 690034 w 7564967"/>
              <a:gd name="connsiteY12" fmla="*/ 423333 h 571500"/>
              <a:gd name="connsiteX13" fmla="*/ 723900 w 7564967"/>
              <a:gd name="connsiteY13" fmla="*/ 414867 h 571500"/>
              <a:gd name="connsiteX14" fmla="*/ 770467 w 7564967"/>
              <a:gd name="connsiteY14" fmla="*/ 410633 h 571500"/>
              <a:gd name="connsiteX15" fmla="*/ 833967 w 7564967"/>
              <a:gd name="connsiteY15" fmla="*/ 397933 h 571500"/>
              <a:gd name="connsiteX16" fmla="*/ 859367 w 7564967"/>
              <a:gd name="connsiteY16" fmla="*/ 393700 h 571500"/>
              <a:gd name="connsiteX17" fmla="*/ 927100 w 7564967"/>
              <a:gd name="connsiteY17" fmla="*/ 368300 h 571500"/>
              <a:gd name="connsiteX18" fmla="*/ 973667 w 7564967"/>
              <a:gd name="connsiteY18" fmla="*/ 359833 h 571500"/>
              <a:gd name="connsiteX19" fmla="*/ 1049867 w 7564967"/>
              <a:gd name="connsiteY19" fmla="*/ 342900 h 571500"/>
              <a:gd name="connsiteX20" fmla="*/ 1164167 w 7564967"/>
              <a:gd name="connsiteY20" fmla="*/ 334433 h 571500"/>
              <a:gd name="connsiteX21" fmla="*/ 1202267 w 7564967"/>
              <a:gd name="connsiteY21" fmla="*/ 330200 h 571500"/>
              <a:gd name="connsiteX22" fmla="*/ 1286934 w 7564967"/>
              <a:gd name="connsiteY22" fmla="*/ 309033 h 571500"/>
              <a:gd name="connsiteX23" fmla="*/ 1325034 w 7564967"/>
              <a:gd name="connsiteY23" fmla="*/ 304800 h 571500"/>
              <a:gd name="connsiteX24" fmla="*/ 1363134 w 7564967"/>
              <a:gd name="connsiteY24" fmla="*/ 283633 h 571500"/>
              <a:gd name="connsiteX25" fmla="*/ 1388534 w 7564967"/>
              <a:gd name="connsiteY25" fmla="*/ 270933 h 571500"/>
              <a:gd name="connsiteX26" fmla="*/ 1409700 w 7564967"/>
              <a:gd name="connsiteY26" fmla="*/ 258233 h 571500"/>
              <a:gd name="connsiteX27" fmla="*/ 1443567 w 7564967"/>
              <a:gd name="connsiteY27" fmla="*/ 254000 h 571500"/>
              <a:gd name="connsiteX28" fmla="*/ 1595967 w 7564967"/>
              <a:gd name="connsiteY28" fmla="*/ 241300 h 571500"/>
              <a:gd name="connsiteX29" fmla="*/ 1689100 w 7564967"/>
              <a:gd name="connsiteY29" fmla="*/ 237067 h 571500"/>
              <a:gd name="connsiteX30" fmla="*/ 1727200 w 7564967"/>
              <a:gd name="connsiteY30" fmla="*/ 224367 h 571500"/>
              <a:gd name="connsiteX31" fmla="*/ 1786467 w 7564967"/>
              <a:gd name="connsiteY31" fmla="*/ 198967 h 571500"/>
              <a:gd name="connsiteX32" fmla="*/ 1816100 w 7564967"/>
              <a:gd name="connsiteY32" fmla="*/ 177800 h 571500"/>
              <a:gd name="connsiteX33" fmla="*/ 1896534 w 7564967"/>
              <a:gd name="connsiteY33" fmla="*/ 169333 h 571500"/>
              <a:gd name="connsiteX34" fmla="*/ 2010834 w 7564967"/>
              <a:gd name="connsiteY34" fmla="*/ 156633 h 571500"/>
              <a:gd name="connsiteX35" fmla="*/ 2070100 w 7564967"/>
              <a:gd name="connsiteY35" fmla="*/ 148167 h 571500"/>
              <a:gd name="connsiteX36" fmla="*/ 2171700 w 7564967"/>
              <a:gd name="connsiteY36" fmla="*/ 131233 h 571500"/>
              <a:gd name="connsiteX37" fmla="*/ 2235200 w 7564967"/>
              <a:gd name="connsiteY37" fmla="*/ 127000 h 571500"/>
              <a:gd name="connsiteX38" fmla="*/ 2264834 w 7564967"/>
              <a:gd name="connsiteY38" fmla="*/ 122767 h 571500"/>
              <a:gd name="connsiteX39" fmla="*/ 2286000 w 7564967"/>
              <a:gd name="connsiteY39" fmla="*/ 114300 h 571500"/>
              <a:gd name="connsiteX40" fmla="*/ 2374900 w 7564967"/>
              <a:gd name="connsiteY40" fmla="*/ 110067 h 571500"/>
              <a:gd name="connsiteX41" fmla="*/ 2480734 w 7564967"/>
              <a:gd name="connsiteY41" fmla="*/ 101600 h 571500"/>
              <a:gd name="connsiteX42" fmla="*/ 2544234 w 7564967"/>
              <a:gd name="connsiteY42" fmla="*/ 84667 h 571500"/>
              <a:gd name="connsiteX43" fmla="*/ 2582334 w 7564967"/>
              <a:gd name="connsiteY43" fmla="*/ 76200 h 571500"/>
              <a:gd name="connsiteX44" fmla="*/ 2616200 w 7564967"/>
              <a:gd name="connsiteY44" fmla="*/ 71967 h 571500"/>
              <a:gd name="connsiteX45" fmla="*/ 2641600 w 7564967"/>
              <a:gd name="connsiteY45" fmla="*/ 67733 h 571500"/>
              <a:gd name="connsiteX46" fmla="*/ 2658534 w 7564967"/>
              <a:gd name="connsiteY46" fmla="*/ 59267 h 571500"/>
              <a:gd name="connsiteX47" fmla="*/ 2777067 w 7564967"/>
              <a:gd name="connsiteY47" fmla="*/ 50800 h 571500"/>
              <a:gd name="connsiteX48" fmla="*/ 2874434 w 7564967"/>
              <a:gd name="connsiteY48" fmla="*/ 46567 h 571500"/>
              <a:gd name="connsiteX49" fmla="*/ 3204634 w 7564967"/>
              <a:gd name="connsiteY49" fmla="*/ 50800 h 571500"/>
              <a:gd name="connsiteX50" fmla="*/ 3246967 w 7564967"/>
              <a:gd name="connsiteY50" fmla="*/ 63500 h 571500"/>
              <a:gd name="connsiteX51" fmla="*/ 3263900 w 7564967"/>
              <a:gd name="connsiteY51" fmla="*/ 67733 h 571500"/>
              <a:gd name="connsiteX52" fmla="*/ 3302000 w 7564967"/>
              <a:gd name="connsiteY52" fmla="*/ 76200 h 571500"/>
              <a:gd name="connsiteX53" fmla="*/ 3378200 w 7564967"/>
              <a:gd name="connsiteY53" fmla="*/ 93133 h 571500"/>
              <a:gd name="connsiteX54" fmla="*/ 3403600 w 7564967"/>
              <a:gd name="connsiteY54" fmla="*/ 101600 h 571500"/>
              <a:gd name="connsiteX55" fmla="*/ 3805767 w 7564967"/>
              <a:gd name="connsiteY55" fmla="*/ 80433 h 571500"/>
              <a:gd name="connsiteX56" fmla="*/ 3852334 w 7564967"/>
              <a:gd name="connsiteY56" fmla="*/ 67733 h 571500"/>
              <a:gd name="connsiteX57" fmla="*/ 3881967 w 7564967"/>
              <a:gd name="connsiteY57" fmla="*/ 59267 h 571500"/>
              <a:gd name="connsiteX58" fmla="*/ 3898900 w 7564967"/>
              <a:gd name="connsiteY58" fmla="*/ 55033 h 571500"/>
              <a:gd name="connsiteX59" fmla="*/ 3924300 w 7564967"/>
              <a:gd name="connsiteY59" fmla="*/ 46567 h 571500"/>
              <a:gd name="connsiteX60" fmla="*/ 3962400 w 7564967"/>
              <a:gd name="connsiteY60" fmla="*/ 42333 h 571500"/>
              <a:gd name="connsiteX61" fmla="*/ 3992034 w 7564967"/>
              <a:gd name="connsiteY61" fmla="*/ 33867 h 571500"/>
              <a:gd name="connsiteX62" fmla="*/ 4025900 w 7564967"/>
              <a:gd name="connsiteY62" fmla="*/ 21167 h 571500"/>
              <a:gd name="connsiteX63" fmla="*/ 4080934 w 7564967"/>
              <a:gd name="connsiteY63" fmla="*/ 12700 h 571500"/>
              <a:gd name="connsiteX64" fmla="*/ 4152900 w 7564967"/>
              <a:gd name="connsiteY64" fmla="*/ 0 h 571500"/>
              <a:gd name="connsiteX65" fmla="*/ 4402667 w 7564967"/>
              <a:gd name="connsiteY65" fmla="*/ 16933 h 571500"/>
              <a:gd name="connsiteX66" fmla="*/ 4436534 w 7564967"/>
              <a:gd name="connsiteY66" fmla="*/ 29633 h 571500"/>
              <a:gd name="connsiteX67" fmla="*/ 4487334 w 7564967"/>
              <a:gd name="connsiteY67" fmla="*/ 42333 h 571500"/>
              <a:gd name="connsiteX68" fmla="*/ 4533900 w 7564967"/>
              <a:gd name="connsiteY68" fmla="*/ 71967 h 571500"/>
              <a:gd name="connsiteX69" fmla="*/ 4559300 w 7564967"/>
              <a:gd name="connsiteY69" fmla="*/ 76200 h 571500"/>
              <a:gd name="connsiteX70" fmla="*/ 4796367 w 7564967"/>
              <a:gd name="connsiteY70" fmla="*/ 71967 h 571500"/>
              <a:gd name="connsiteX71" fmla="*/ 5122334 w 7564967"/>
              <a:gd name="connsiteY71" fmla="*/ 63500 h 571500"/>
              <a:gd name="connsiteX72" fmla="*/ 5287434 w 7564967"/>
              <a:gd name="connsiteY72" fmla="*/ 76200 h 571500"/>
              <a:gd name="connsiteX73" fmla="*/ 5325534 w 7564967"/>
              <a:gd name="connsiteY73" fmla="*/ 97367 h 571500"/>
              <a:gd name="connsiteX74" fmla="*/ 5346700 w 7564967"/>
              <a:gd name="connsiteY74" fmla="*/ 101600 h 571500"/>
              <a:gd name="connsiteX75" fmla="*/ 5410200 w 7564967"/>
              <a:gd name="connsiteY75" fmla="*/ 114300 h 571500"/>
              <a:gd name="connsiteX76" fmla="*/ 5431367 w 7564967"/>
              <a:gd name="connsiteY76" fmla="*/ 122767 h 571500"/>
              <a:gd name="connsiteX77" fmla="*/ 5511800 w 7564967"/>
              <a:gd name="connsiteY77" fmla="*/ 143933 h 571500"/>
              <a:gd name="connsiteX78" fmla="*/ 5562600 w 7564967"/>
              <a:gd name="connsiteY78" fmla="*/ 160867 h 571500"/>
              <a:gd name="connsiteX79" fmla="*/ 5588000 w 7564967"/>
              <a:gd name="connsiteY79" fmla="*/ 165100 h 571500"/>
              <a:gd name="connsiteX80" fmla="*/ 5689600 w 7564967"/>
              <a:gd name="connsiteY80" fmla="*/ 190500 h 571500"/>
              <a:gd name="connsiteX81" fmla="*/ 5757334 w 7564967"/>
              <a:gd name="connsiteY81" fmla="*/ 198967 h 571500"/>
              <a:gd name="connsiteX82" fmla="*/ 5803900 w 7564967"/>
              <a:gd name="connsiteY82" fmla="*/ 215900 h 571500"/>
              <a:gd name="connsiteX83" fmla="*/ 5909734 w 7564967"/>
              <a:gd name="connsiteY83" fmla="*/ 228600 h 571500"/>
              <a:gd name="connsiteX84" fmla="*/ 5998634 w 7564967"/>
              <a:gd name="connsiteY84" fmla="*/ 245533 h 571500"/>
              <a:gd name="connsiteX85" fmla="*/ 6049434 w 7564967"/>
              <a:gd name="connsiteY85" fmla="*/ 258233 h 571500"/>
              <a:gd name="connsiteX86" fmla="*/ 6142567 w 7564967"/>
              <a:gd name="connsiteY86" fmla="*/ 287867 h 571500"/>
              <a:gd name="connsiteX87" fmla="*/ 6218767 w 7564967"/>
              <a:gd name="connsiteY87" fmla="*/ 304800 h 571500"/>
              <a:gd name="connsiteX88" fmla="*/ 6299200 w 7564967"/>
              <a:gd name="connsiteY88" fmla="*/ 334433 h 571500"/>
              <a:gd name="connsiteX89" fmla="*/ 6320367 w 7564967"/>
              <a:gd name="connsiteY89" fmla="*/ 338667 h 571500"/>
              <a:gd name="connsiteX90" fmla="*/ 6400800 w 7564967"/>
              <a:gd name="connsiteY90" fmla="*/ 347133 h 571500"/>
              <a:gd name="connsiteX91" fmla="*/ 6489700 w 7564967"/>
              <a:gd name="connsiteY91" fmla="*/ 372533 h 571500"/>
              <a:gd name="connsiteX92" fmla="*/ 6544734 w 7564967"/>
              <a:gd name="connsiteY92" fmla="*/ 385233 h 571500"/>
              <a:gd name="connsiteX93" fmla="*/ 6570134 w 7564967"/>
              <a:gd name="connsiteY93" fmla="*/ 393700 h 571500"/>
              <a:gd name="connsiteX94" fmla="*/ 6697134 w 7564967"/>
              <a:gd name="connsiteY94" fmla="*/ 431800 h 571500"/>
              <a:gd name="connsiteX95" fmla="*/ 6722534 w 7564967"/>
              <a:gd name="connsiteY95" fmla="*/ 440267 h 571500"/>
              <a:gd name="connsiteX96" fmla="*/ 6764867 w 7564967"/>
              <a:gd name="connsiteY96" fmla="*/ 452967 h 571500"/>
              <a:gd name="connsiteX97" fmla="*/ 6824134 w 7564967"/>
              <a:gd name="connsiteY97" fmla="*/ 474133 h 571500"/>
              <a:gd name="connsiteX98" fmla="*/ 6874934 w 7564967"/>
              <a:gd name="connsiteY98" fmla="*/ 478367 h 571500"/>
              <a:gd name="connsiteX99" fmla="*/ 6942667 w 7564967"/>
              <a:gd name="connsiteY99" fmla="*/ 495300 h 571500"/>
              <a:gd name="connsiteX100" fmla="*/ 7061200 w 7564967"/>
              <a:gd name="connsiteY100" fmla="*/ 508000 h 571500"/>
              <a:gd name="connsiteX101" fmla="*/ 7183967 w 7564967"/>
              <a:gd name="connsiteY101" fmla="*/ 529167 h 571500"/>
              <a:gd name="connsiteX102" fmla="*/ 7264400 w 7564967"/>
              <a:gd name="connsiteY102" fmla="*/ 541867 h 571500"/>
              <a:gd name="connsiteX103" fmla="*/ 7416800 w 7564967"/>
              <a:gd name="connsiteY103" fmla="*/ 563033 h 571500"/>
              <a:gd name="connsiteX104" fmla="*/ 7442200 w 7564967"/>
              <a:gd name="connsiteY104" fmla="*/ 571500 h 571500"/>
              <a:gd name="connsiteX105" fmla="*/ 7564967 w 7564967"/>
              <a:gd name="connsiteY105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7564967" h="571500">
                <a:moveTo>
                  <a:pt x="0" y="558800"/>
                </a:moveTo>
                <a:lnTo>
                  <a:pt x="160867" y="546100"/>
                </a:lnTo>
                <a:cubicBezTo>
                  <a:pt x="170806" y="545217"/>
                  <a:pt x="180698" y="543734"/>
                  <a:pt x="190500" y="541867"/>
                </a:cubicBezTo>
                <a:cubicBezTo>
                  <a:pt x="286279" y="523624"/>
                  <a:pt x="214295" y="536764"/>
                  <a:pt x="292100" y="516467"/>
                </a:cubicBezTo>
                <a:cubicBezTo>
                  <a:pt x="310317" y="511715"/>
                  <a:pt x="328917" y="508519"/>
                  <a:pt x="347134" y="503767"/>
                </a:cubicBezTo>
                <a:cubicBezTo>
                  <a:pt x="361389" y="500048"/>
                  <a:pt x="375101" y="494332"/>
                  <a:pt x="389467" y="491067"/>
                </a:cubicBezTo>
                <a:cubicBezTo>
                  <a:pt x="406207" y="487262"/>
                  <a:pt x="440267" y="482600"/>
                  <a:pt x="440267" y="482600"/>
                </a:cubicBezTo>
                <a:cubicBezTo>
                  <a:pt x="447323" y="479778"/>
                  <a:pt x="454637" y="477531"/>
                  <a:pt x="461434" y="474133"/>
                </a:cubicBezTo>
                <a:cubicBezTo>
                  <a:pt x="471610" y="469045"/>
                  <a:pt x="480208" y="460593"/>
                  <a:pt x="491067" y="457200"/>
                </a:cubicBezTo>
                <a:cubicBezTo>
                  <a:pt x="503264" y="453389"/>
                  <a:pt x="516467" y="454378"/>
                  <a:pt x="529167" y="452967"/>
                </a:cubicBezTo>
                <a:cubicBezTo>
                  <a:pt x="540456" y="450145"/>
                  <a:pt x="551624" y="446782"/>
                  <a:pt x="563034" y="444500"/>
                </a:cubicBezTo>
                <a:cubicBezTo>
                  <a:pt x="578125" y="441482"/>
                  <a:pt x="617573" y="437499"/>
                  <a:pt x="630767" y="436033"/>
                </a:cubicBezTo>
                <a:cubicBezTo>
                  <a:pt x="681322" y="419183"/>
                  <a:pt x="629003" y="434776"/>
                  <a:pt x="690034" y="423333"/>
                </a:cubicBezTo>
                <a:cubicBezTo>
                  <a:pt x="701471" y="421189"/>
                  <a:pt x="712406" y="416682"/>
                  <a:pt x="723900" y="414867"/>
                </a:cubicBezTo>
                <a:cubicBezTo>
                  <a:pt x="739296" y="412436"/>
                  <a:pt x="754987" y="412454"/>
                  <a:pt x="770467" y="410633"/>
                </a:cubicBezTo>
                <a:cubicBezTo>
                  <a:pt x="794227" y="407838"/>
                  <a:pt x="809424" y="402842"/>
                  <a:pt x="833967" y="397933"/>
                </a:cubicBezTo>
                <a:cubicBezTo>
                  <a:pt x="842384" y="396250"/>
                  <a:pt x="850900" y="395111"/>
                  <a:pt x="859367" y="393700"/>
                </a:cubicBezTo>
                <a:cubicBezTo>
                  <a:pt x="886182" y="380292"/>
                  <a:pt x="887518" y="378626"/>
                  <a:pt x="927100" y="368300"/>
                </a:cubicBezTo>
                <a:cubicBezTo>
                  <a:pt x="942366" y="364318"/>
                  <a:pt x="958310" y="363446"/>
                  <a:pt x="973667" y="359833"/>
                </a:cubicBezTo>
                <a:cubicBezTo>
                  <a:pt x="1031173" y="346302"/>
                  <a:pt x="959833" y="352135"/>
                  <a:pt x="1049867" y="342900"/>
                </a:cubicBezTo>
                <a:cubicBezTo>
                  <a:pt x="1087872" y="339002"/>
                  <a:pt x="1126095" y="337606"/>
                  <a:pt x="1164167" y="334433"/>
                </a:cubicBezTo>
                <a:cubicBezTo>
                  <a:pt x="1176901" y="333372"/>
                  <a:pt x="1189567" y="331611"/>
                  <a:pt x="1202267" y="330200"/>
                </a:cubicBezTo>
                <a:cubicBezTo>
                  <a:pt x="1226524" y="323585"/>
                  <a:pt x="1261317" y="313302"/>
                  <a:pt x="1286934" y="309033"/>
                </a:cubicBezTo>
                <a:cubicBezTo>
                  <a:pt x="1299538" y="306932"/>
                  <a:pt x="1312334" y="306211"/>
                  <a:pt x="1325034" y="304800"/>
                </a:cubicBezTo>
                <a:cubicBezTo>
                  <a:pt x="1337734" y="297744"/>
                  <a:pt x="1350315" y="290470"/>
                  <a:pt x="1363134" y="283633"/>
                </a:cubicBezTo>
                <a:cubicBezTo>
                  <a:pt x="1371486" y="279178"/>
                  <a:pt x="1380224" y="275466"/>
                  <a:pt x="1388534" y="270933"/>
                </a:cubicBezTo>
                <a:cubicBezTo>
                  <a:pt x="1395757" y="266993"/>
                  <a:pt x="1401836" y="260653"/>
                  <a:pt x="1409700" y="258233"/>
                </a:cubicBezTo>
                <a:cubicBezTo>
                  <a:pt x="1420574" y="254887"/>
                  <a:pt x="1432278" y="255411"/>
                  <a:pt x="1443567" y="254000"/>
                </a:cubicBezTo>
                <a:cubicBezTo>
                  <a:pt x="1509648" y="231972"/>
                  <a:pt x="1457684" y="246618"/>
                  <a:pt x="1595967" y="241300"/>
                </a:cubicBezTo>
                <a:lnTo>
                  <a:pt x="1689100" y="237067"/>
                </a:lnTo>
                <a:cubicBezTo>
                  <a:pt x="1724780" y="229930"/>
                  <a:pt x="1696530" y="237511"/>
                  <a:pt x="1727200" y="224367"/>
                </a:cubicBezTo>
                <a:cubicBezTo>
                  <a:pt x="1733757" y="221557"/>
                  <a:pt x="1773227" y="207392"/>
                  <a:pt x="1786467" y="198967"/>
                </a:cubicBezTo>
                <a:cubicBezTo>
                  <a:pt x="1796708" y="192450"/>
                  <a:pt x="1804379" y="180956"/>
                  <a:pt x="1816100" y="177800"/>
                </a:cubicBezTo>
                <a:cubicBezTo>
                  <a:pt x="1842132" y="170791"/>
                  <a:pt x="1896534" y="169333"/>
                  <a:pt x="1896534" y="169333"/>
                </a:cubicBezTo>
                <a:cubicBezTo>
                  <a:pt x="1954605" y="149977"/>
                  <a:pt x="1897972" y="166307"/>
                  <a:pt x="2010834" y="156633"/>
                </a:cubicBezTo>
                <a:cubicBezTo>
                  <a:pt x="2030717" y="154929"/>
                  <a:pt x="2050388" y="151279"/>
                  <a:pt x="2070100" y="148167"/>
                </a:cubicBezTo>
                <a:cubicBezTo>
                  <a:pt x="2104014" y="142812"/>
                  <a:pt x="2137442" y="133517"/>
                  <a:pt x="2171700" y="131233"/>
                </a:cubicBezTo>
                <a:lnTo>
                  <a:pt x="2235200" y="127000"/>
                </a:lnTo>
                <a:cubicBezTo>
                  <a:pt x="2245078" y="125589"/>
                  <a:pt x="2255154" y="125187"/>
                  <a:pt x="2264834" y="122767"/>
                </a:cubicBezTo>
                <a:cubicBezTo>
                  <a:pt x="2272206" y="120924"/>
                  <a:pt x="2278451" y="115171"/>
                  <a:pt x="2286000" y="114300"/>
                </a:cubicBezTo>
                <a:cubicBezTo>
                  <a:pt x="2315471" y="110899"/>
                  <a:pt x="2345296" y="111998"/>
                  <a:pt x="2374900" y="110067"/>
                </a:cubicBezTo>
                <a:cubicBezTo>
                  <a:pt x="2410216" y="107764"/>
                  <a:pt x="2445456" y="104422"/>
                  <a:pt x="2480734" y="101600"/>
                </a:cubicBezTo>
                <a:cubicBezTo>
                  <a:pt x="2510286" y="93156"/>
                  <a:pt x="2513166" y="91977"/>
                  <a:pt x="2544234" y="84667"/>
                </a:cubicBezTo>
                <a:cubicBezTo>
                  <a:pt x="2556898" y="81687"/>
                  <a:pt x="2569522" y="78461"/>
                  <a:pt x="2582334" y="76200"/>
                </a:cubicBezTo>
                <a:cubicBezTo>
                  <a:pt x="2593537" y="74223"/>
                  <a:pt x="2604938" y="73576"/>
                  <a:pt x="2616200" y="71967"/>
                </a:cubicBezTo>
                <a:cubicBezTo>
                  <a:pt x="2624697" y="70753"/>
                  <a:pt x="2633133" y="69144"/>
                  <a:pt x="2641600" y="67733"/>
                </a:cubicBezTo>
                <a:cubicBezTo>
                  <a:pt x="2647245" y="64911"/>
                  <a:pt x="2652385" y="60686"/>
                  <a:pt x="2658534" y="59267"/>
                </a:cubicBezTo>
                <a:cubicBezTo>
                  <a:pt x="2679786" y="54363"/>
                  <a:pt x="2775338" y="50882"/>
                  <a:pt x="2777067" y="50800"/>
                </a:cubicBezTo>
                <a:lnTo>
                  <a:pt x="2874434" y="46567"/>
                </a:lnTo>
                <a:lnTo>
                  <a:pt x="3204634" y="50800"/>
                </a:lnTo>
                <a:cubicBezTo>
                  <a:pt x="3222659" y="51234"/>
                  <a:pt x="3230307" y="57947"/>
                  <a:pt x="3246967" y="63500"/>
                </a:cubicBezTo>
                <a:cubicBezTo>
                  <a:pt x="3252486" y="65340"/>
                  <a:pt x="3258231" y="66425"/>
                  <a:pt x="3263900" y="67733"/>
                </a:cubicBezTo>
                <a:cubicBezTo>
                  <a:pt x="3276577" y="70658"/>
                  <a:pt x="3289419" y="72889"/>
                  <a:pt x="3302000" y="76200"/>
                </a:cubicBezTo>
                <a:cubicBezTo>
                  <a:pt x="3369422" y="93943"/>
                  <a:pt x="3318757" y="85703"/>
                  <a:pt x="3378200" y="93133"/>
                </a:cubicBezTo>
                <a:cubicBezTo>
                  <a:pt x="3386667" y="95955"/>
                  <a:pt x="3394677" y="101792"/>
                  <a:pt x="3403600" y="101600"/>
                </a:cubicBezTo>
                <a:cubicBezTo>
                  <a:pt x="3693506" y="95366"/>
                  <a:pt x="3658262" y="98874"/>
                  <a:pt x="3805767" y="80433"/>
                </a:cubicBezTo>
                <a:cubicBezTo>
                  <a:pt x="3833167" y="71301"/>
                  <a:pt x="3804593" y="80464"/>
                  <a:pt x="3852334" y="67733"/>
                </a:cubicBezTo>
                <a:cubicBezTo>
                  <a:pt x="3862260" y="65086"/>
                  <a:pt x="3872056" y="61970"/>
                  <a:pt x="3881967" y="59267"/>
                </a:cubicBezTo>
                <a:cubicBezTo>
                  <a:pt x="3887580" y="57736"/>
                  <a:pt x="3893327" y="56705"/>
                  <a:pt x="3898900" y="55033"/>
                </a:cubicBezTo>
                <a:cubicBezTo>
                  <a:pt x="3907448" y="52469"/>
                  <a:pt x="3915549" y="48317"/>
                  <a:pt x="3924300" y="46567"/>
                </a:cubicBezTo>
                <a:cubicBezTo>
                  <a:pt x="3936830" y="44061"/>
                  <a:pt x="3949700" y="43744"/>
                  <a:pt x="3962400" y="42333"/>
                </a:cubicBezTo>
                <a:cubicBezTo>
                  <a:pt x="3972278" y="39511"/>
                  <a:pt x="3982288" y="37116"/>
                  <a:pt x="3992034" y="33867"/>
                </a:cubicBezTo>
                <a:cubicBezTo>
                  <a:pt x="4003472" y="30055"/>
                  <a:pt x="4014308" y="24479"/>
                  <a:pt x="4025900" y="21167"/>
                </a:cubicBezTo>
                <a:cubicBezTo>
                  <a:pt x="4032471" y="19289"/>
                  <a:pt x="4076133" y="13500"/>
                  <a:pt x="4080934" y="12700"/>
                </a:cubicBezTo>
                <a:lnTo>
                  <a:pt x="4152900" y="0"/>
                </a:lnTo>
                <a:cubicBezTo>
                  <a:pt x="4236156" y="5644"/>
                  <a:pt x="4319672" y="8262"/>
                  <a:pt x="4402667" y="16933"/>
                </a:cubicBezTo>
                <a:cubicBezTo>
                  <a:pt x="4414658" y="18186"/>
                  <a:pt x="4425203" y="25513"/>
                  <a:pt x="4436534" y="29633"/>
                </a:cubicBezTo>
                <a:cubicBezTo>
                  <a:pt x="4456218" y="36791"/>
                  <a:pt x="4460498" y="36370"/>
                  <a:pt x="4487334" y="42333"/>
                </a:cubicBezTo>
                <a:cubicBezTo>
                  <a:pt x="4504479" y="56050"/>
                  <a:pt x="4512375" y="64792"/>
                  <a:pt x="4533900" y="71967"/>
                </a:cubicBezTo>
                <a:cubicBezTo>
                  <a:pt x="4542043" y="74681"/>
                  <a:pt x="4550833" y="74789"/>
                  <a:pt x="4559300" y="76200"/>
                </a:cubicBezTo>
                <a:lnTo>
                  <a:pt x="4796367" y="71967"/>
                </a:lnTo>
                <a:cubicBezTo>
                  <a:pt x="4905032" y="69516"/>
                  <a:pt x="5013646" y="62563"/>
                  <a:pt x="5122334" y="63500"/>
                </a:cubicBezTo>
                <a:cubicBezTo>
                  <a:pt x="5177528" y="63976"/>
                  <a:pt x="5232401" y="71967"/>
                  <a:pt x="5287434" y="76200"/>
                </a:cubicBezTo>
                <a:cubicBezTo>
                  <a:pt x="5300134" y="83256"/>
                  <a:pt x="5312180" y="91644"/>
                  <a:pt x="5325534" y="97367"/>
                </a:cubicBezTo>
                <a:cubicBezTo>
                  <a:pt x="5332147" y="100201"/>
                  <a:pt x="5339621" y="100313"/>
                  <a:pt x="5346700" y="101600"/>
                </a:cubicBezTo>
                <a:cubicBezTo>
                  <a:pt x="5371772" y="106158"/>
                  <a:pt x="5383669" y="106720"/>
                  <a:pt x="5410200" y="114300"/>
                </a:cubicBezTo>
                <a:cubicBezTo>
                  <a:pt x="5417507" y="116388"/>
                  <a:pt x="5424072" y="120639"/>
                  <a:pt x="5431367" y="122767"/>
                </a:cubicBezTo>
                <a:cubicBezTo>
                  <a:pt x="5457982" y="130530"/>
                  <a:pt x="5485499" y="135166"/>
                  <a:pt x="5511800" y="143933"/>
                </a:cubicBezTo>
                <a:cubicBezTo>
                  <a:pt x="5528733" y="149578"/>
                  <a:pt x="5545402" y="156090"/>
                  <a:pt x="5562600" y="160867"/>
                </a:cubicBezTo>
                <a:cubicBezTo>
                  <a:pt x="5570870" y="163164"/>
                  <a:pt x="5579641" y="163150"/>
                  <a:pt x="5588000" y="165100"/>
                </a:cubicBezTo>
                <a:cubicBezTo>
                  <a:pt x="5621996" y="173032"/>
                  <a:pt x="5654864" y="187027"/>
                  <a:pt x="5689600" y="190500"/>
                </a:cubicBezTo>
                <a:cubicBezTo>
                  <a:pt x="5740475" y="195587"/>
                  <a:pt x="5717945" y="192401"/>
                  <a:pt x="5757334" y="198967"/>
                </a:cubicBezTo>
                <a:cubicBezTo>
                  <a:pt x="5767503" y="203034"/>
                  <a:pt x="5793940" y="214089"/>
                  <a:pt x="5803900" y="215900"/>
                </a:cubicBezTo>
                <a:cubicBezTo>
                  <a:pt x="5819706" y="218774"/>
                  <a:pt x="5885302" y="225886"/>
                  <a:pt x="5909734" y="228600"/>
                </a:cubicBezTo>
                <a:cubicBezTo>
                  <a:pt x="6073917" y="269646"/>
                  <a:pt x="5869256" y="220890"/>
                  <a:pt x="5998634" y="245533"/>
                </a:cubicBezTo>
                <a:cubicBezTo>
                  <a:pt x="6015780" y="248799"/>
                  <a:pt x="6032678" y="253346"/>
                  <a:pt x="6049434" y="258233"/>
                </a:cubicBezTo>
                <a:cubicBezTo>
                  <a:pt x="6092589" y="270820"/>
                  <a:pt x="6100983" y="277471"/>
                  <a:pt x="6142567" y="287867"/>
                </a:cubicBezTo>
                <a:cubicBezTo>
                  <a:pt x="6167810" y="294178"/>
                  <a:pt x="6193626" y="298096"/>
                  <a:pt x="6218767" y="304800"/>
                </a:cubicBezTo>
                <a:cubicBezTo>
                  <a:pt x="6327984" y="333924"/>
                  <a:pt x="6224128" y="309408"/>
                  <a:pt x="6299200" y="334433"/>
                </a:cubicBezTo>
                <a:cubicBezTo>
                  <a:pt x="6306026" y="336708"/>
                  <a:pt x="6313227" y="337775"/>
                  <a:pt x="6320367" y="338667"/>
                </a:cubicBezTo>
                <a:cubicBezTo>
                  <a:pt x="6347118" y="342011"/>
                  <a:pt x="6373989" y="344311"/>
                  <a:pt x="6400800" y="347133"/>
                </a:cubicBezTo>
                <a:cubicBezTo>
                  <a:pt x="6498815" y="368915"/>
                  <a:pt x="6368261" y="338531"/>
                  <a:pt x="6489700" y="372533"/>
                </a:cubicBezTo>
                <a:cubicBezTo>
                  <a:pt x="6507830" y="377609"/>
                  <a:pt x="6526527" y="380442"/>
                  <a:pt x="6544734" y="385233"/>
                </a:cubicBezTo>
                <a:cubicBezTo>
                  <a:pt x="6553365" y="387504"/>
                  <a:pt x="6561599" y="391092"/>
                  <a:pt x="6570134" y="393700"/>
                </a:cubicBezTo>
                <a:cubicBezTo>
                  <a:pt x="6612402" y="406615"/>
                  <a:pt x="6655205" y="417823"/>
                  <a:pt x="6697134" y="431800"/>
                </a:cubicBezTo>
                <a:cubicBezTo>
                  <a:pt x="6705601" y="434622"/>
                  <a:pt x="6714016" y="437605"/>
                  <a:pt x="6722534" y="440267"/>
                </a:cubicBezTo>
                <a:cubicBezTo>
                  <a:pt x="6736596" y="444661"/>
                  <a:pt x="6750891" y="448308"/>
                  <a:pt x="6764867" y="452967"/>
                </a:cubicBezTo>
                <a:cubicBezTo>
                  <a:pt x="6784768" y="459601"/>
                  <a:pt x="6803694" y="469416"/>
                  <a:pt x="6824134" y="474133"/>
                </a:cubicBezTo>
                <a:cubicBezTo>
                  <a:pt x="6840691" y="477954"/>
                  <a:pt x="6858001" y="476956"/>
                  <a:pt x="6874934" y="478367"/>
                </a:cubicBezTo>
                <a:cubicBezTo>
                  <a:pt x="6897512" y="484011"/>
                  <a:pt x="6919574" y="492413"/>
                  <a:pt x="6942667" y="495300"/>
                </a:cubicBezTo>
                <a:cubicBezTo>
                  <a:pt x="7027261" y="505875"/>
                  <a:pt x="6987725" y="501878"/>
                  <a:pt x="7061200" y="508000"/>
                </a:cubicBezTo>
                <a:cubicBezTo>
                  <a:pt x="7102122" y="515056"/>
                  <a:pt x="7142695" y="524582"/>
                  <a:pt x="7183967" y="529167"/>
                </a:cubicBezTo>
                <a:cubicBezTo>
                  <a:pt x="7236369" y="534989"/>
                  <a:pt x="7209537" y="530894"/>
                  <a:pt x="7264400" y="541867"/>
                </a:cubicBezTo>
                <a:cubicBezTo>
                  <a:pt x="7344461" y="577449"/>
                  <a:pt x="7269077" y="549604"/>
                  <a:pt x="7416800" y="563033"/>
                </a:cubicBezTo>
                <a:cubicBezTo>
                  <a:pt x="7425688" y="563841"/>
                  <a:pt x="7433275" y="571500"/>
                  <a:pt x="7442200" y="571500"/>
                </a:cubicBezTo>
                <a:lnTo>
                  <a:pt x="7564967" y="5715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4" name="Vrije vorm: vorm 113">
            <a:extLst>
              <a:ext uri="{FF2B5EF4-FFF2-40B4-BE49-F238E27FC236}">
                <a16:creationId xmlns:a16="http://schemas.microsoft.com/office/drawing/2014/main" id="{2F52D891-384C-276A-D86C-3BC06626F990}"/>
              </a:ext>
            </a:extLst>
          </p:cNvPr>
          <p:cNvSpPr/>
          <p:nvPr/>
        </p:nvSpPr>
        <p:spPr>
          <a:xfrm>
            <a:off x="1011767" y="2413000"/>
            <a:ext cx="2349500" cy="309033"/>
          </a:xfrm>
          <a:custGeom>
            <a:avLst/>
            <a:gdLst>
              <a:gd name="connsiteX0" fmla="*/ 0 w 2349500"/>
              <a:gd name="connsiteY0" fmla="*/ 0 h 309033"/>
              <a:gd name="connsiteX1" fmla="*/ 2349500 w 2349500"/>
              <a:gd name="connsiteY1" fmla="*/ 0 h 309033"/>
              <a:gd name="connsiteX2" fmla="*/ 1511300 w 2349500"/>
              <a:gd name="connsiteY2" fmla="*/ 309033 h 309033"/>
              <a:gd name="connsiteX3" fmla="*/ 842433 w 2349500"/>
              <a:gd name="connsiteY3" fmla="*/ 309033 h 309033"/>
              <a:gd name="connsiteX4" fmla="*/ 0 w 2349500"/>
              <a:gd name="connsiteY4" fmla="*/ 0 h 309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0" h="309033">
                <a:moveTo>
                  <a:pt x="0" y="0"/>
                </a:moveTo>
                <a:lnTo>
                  <a:pt x="2349500" y="0"/>
                </a:lnTo>
                <a:lnTo>
                  <a:pt x="1511300" y="309033"/>
                </a:lnTo>
                <a:lnTo>
                  <a:pt x="842433" y="3090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Vrije vorm: vorm 112">
            <a:extLst>
              <a:ext uri="{FF2B5EF4-FFF2-40B4-BE49-F238E27FC236}">
                <a16:creationId xmlns:a16="http://schemas.microsoft.com/office/drawing/2014/main" id="{3CC168EA-1B53-6C34-AB0E-A6983B3E359F}"/>
              </a:ext>
            </a:extLst>
          </p:cNvPr>
          <p:cNvSpPr/>
          <p:nvPr/>
        </p:nvSpPr>
        <p:spPr>
          <a:xfrm>
            <a:off x="3361267" y="1579033"/>
            <a:ext cx="4072466" cy="842434"/>
          </a:xfrm>
          <a:custGeom>
            <a:avLst/>
            <a:gdLst>
              <a:gd name="connsiteX0" fmla="*/ 0 w 4072466"/>
              <a:gd name="connsiteY0" fmla="*/ 838200 h 842434"/>
              <a:gd name="connsiteX1" fmla="*/ 4072466 w 4072466"/>
              <a:gd name="connsiteY1" fmla="*/ 842434 h 842434"/>
              <a:gd name="connsiteX2" fmla="*/ 2671233 w 4072466"/>
              <a:gd name="connsiteY2" fmla="*/ 4234 h 842434"/>
              <a:gd name="connsiteX3" fmla="*/ 1413933 w 4072466"/>
              <a:gd name="connsiteY3" fmla="*/ 0 h 842434"/>
              <a:gd name="connsiteX4" fmla="*/ 0 w 4072466"/>
              <a:gd name="connsiteY4" fmla="*/ 838200 h 842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2466" h="842434">
                <a:moveTo>
                  <a:pt x="0" y="838200"/>
                </a:moveTo>
                <a:lnTo>
                  <a:pt x="4072466" y="842434"/>
                </a:lnTo>
                <a:lnTo>
                  <a:pt x="2671233" y="4234"/>
                </a:lnTo>
                <a:lnTo>
                  <a:pt x="1413933" y="0"/>
                </a:lnTo>
                <a:lnTo>
                  <a:pt x="0" y="83820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C2019140-2B76-283F-3D06-2182BF0CF871}"/>
              </a:ext>
            </a:extLst>
          </p:cNvPr>
          <p:cNvCxnSpPr/>
          <p:nvPr/>
        </p:nvCxnSpPr>
        <p:spPr>
          <a:xfrm>
            <a:off x="211438" y="2422135"/>
            <a:ext cx="80368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34705607-B4D5-8628-A395-6A923A2F28EF}"/>
              </a:ext>
            </a:extLst>
          </p:cNvPr>
          <p:cNvCxnSpPr>
            <a:cxnSpLocks/>
          </p:cNvCxnSpPr>
          <p:nvPr/>
        </p:nvCxnSpPr>
        <p:spPr>
          <a:xfrm>
            <a:off x="1851690" y="2722155"/>
            <a:ext cx="680965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2B7C4518-F3D8-8AB1-6641-52D34949F4DD}"/>
              </a:ext>
            </a:extLst>
          </p:cNvPr>
          <p:cNvCxnSpPr>
            <a:cxnSpLocks/>
          </p:cNvCxnSpPr>
          <p:nvPr/>
        </p:nvCxnSpPr>
        <p:spPr>
          <a:xfrm flipV="1">
            <a:off x="3360660" y="1581432"/>
            <a:ext cx="1428482" cy="836587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9DE6E183-9F11-81D8-ED71-0CEDE9B5ABD6}"/>
              </a:ext>
            </a:extLst>
          </p:cNvPr>
          <p:cNvCxnSpPr>
            <a:cxnSpLocks/>
          </p:cNvCxnSpPr>
          <p:nvPr/>
        </p:nvCxnSpPr>
        <p:spPr>
          <a:xfrm flipH="1">
            <a:off x="4787661" y="1581432"/>
            <a:ext cx="1234235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kstvak 21">
            <a:extLst>
              <a:ext uri="{FF2B5EF4-FFF2-40B4-BE49-F238E27FC236}">
                <a16:creationId xmlns:a16="http://schemas.microsoft.com/office/drawing/2014/main" id="{FE022B22-C41A-FCCB-6A72-59BAC577C09A}"/>
              </a:ext>
            </a:extLst>
          </p:cNvPr>
          <p:cNvSpPr txBox="1"/>
          <p:nvPr/>
        </p:nvSpPr>
        <p:spPr>
          <a:xfrm>
            <a:off x="5062378" y="1655034"/>
            <a:ext cx="684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heuvel</a:t>
            </a:r>
            <a:endParaRPr lang="en-GB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6FB5FDA-1DBB-B573-0CA2-ABAC195F0447}"/>
              </a:ext>
            </a:extLst>
          </p:cNvPr>
          <p:cNvSpPr txBox="1"/>
          <p:nvPr/>
        </p:nvSpPr>
        <p:spPr>
          <a:xfrm>
            <a:off x="1849650" y="2088817"/>
            <a:ext cx="684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gracht</a:t>
            </a:r>
            <a:endParaRPr lang="en-GB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06EAF97C-0BBB-17A2-5409-7E59C975B05E}"/>
              </a:ext>
            </a:extLst>
          </p:cNvPr>
          <p:cNvCxnSpPr>
            <a:cxnSpLocks/>
          </p:cNvCxnSpPr>
          <p:nvPr/>
        </p:nvCxnSpPr>
        <p:spPr>
          <a:xfrm flipV="1">
            <a:off x="3352101" y="617212"/>
            <a:ext cx="0" cy="18048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246328D0-D96F-E554-941A-0652D43A629E}"/>
              </a:ext>
            </a:extLst>
          </p:cNvPr>
          <p:cNvCxnSpPr>
            <a:cxnSpLocks/>
          </p:cNvCxnSpPr>
          <p:nvPr/>
        </p:nvCxnSpPr>
        <p:spPr>
          <a:xfrm flipV="1">
            <a:off x="1015126" y="621313"/>
            <a:ext cx="0" cy="17928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81CEE6B7-4C37-CA42-247C-D2104311F108}"/>
              </a:ext>
            </a:extLst>
          </p:cNvPr>
          <p:cNvCxnSpPr>
            <a:cxnSpLocks/>
          </p:cNvCxnSpPr>
          <p:nvPr/>
        </p:nvCxnSpPr>
        <p:spPr>
          <a:xfrm>
            <a:off x="1015126" y="621313"/>
            <a:ext cx="234000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1368BBE1-82B0-B45B-3C7A-76C91F922157}"/>
              </a:ext>
            </a:extLst>
          </p:cNvPr>
          <p:cNvCxnSpPr>
            <a:cxnSpLocks/>
          </p:cNvCxnSpPr>
          <p:nvPr/>
        </p:nvCxnSpPr>
        <p:spPr>
          <a:xfrm flipV="1">
            <a:off x="4792101" y="617212"/>
            <a:ext cx="0" cy="96409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3435B328-0DDB-F7F5-2DBE-44E4ED2FBD8B}"/>
              </a:ext>
            </a:extLst>
          </p:cNvPr>
          <p:cNvCxnSpPr>
            <a:cxnSpLocks/>
          </p:cNvCxnSpPr>
          <p:nvPr/>
        </p:nvCxnSpPr>
        <p:spPr>
          <a:xfrm>
            <a:off x="3352101" y="617212"/>
            <a:ext cx="144000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kstvak 43">
            <a:extLst>
              <a:ext uri="{FF2B5EF4-FFF2-40B4-BE49-F238E27FC236}">
                <a16:creationId xmlns:a16="http://schemas.microsoft.com/office/drawing/2014/main" id="{A48B1557-81D7-F26B-2A7A-1AEADB6AC889}"/>
              </a:ext>
            </a:extLst>
          </p:cNvPr>
          <p:cNvSpPr txBox="1"/>
          <p:nvPr/>
        </p:nvSpPr>
        <p:spPr>
          <a:xfrm>
            <a:off x="1681140" y="285870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13 meter</a:t>
            </a:r>
            <a:endParaRPr lang="en-GB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C7E9F34E-BA7A-0FD5-2560-A166FB48AA60}"/>
              </a:ext>
            </a:extLst>
          </p:cNvPr>
          <p:cNvSpPr txBox="1"/>
          <p:nvPr/>
        </p:nvSpPr>
        <p:spPr>
          <a:xfrm>
            <a:off x="3638835" y="281769"/>
            <a:ext cx="7681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8 meter</a:t>
            </a:r>
            <a:endParaRPr lang="en-GB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CAD7096E-5195-C08D-3094-8F1C95ABA656}"/>
              </a:ext>
            </a:extLst>
          </p:cNvPr>
          <p:cNvCxnSpPr>
            <a:cxnSpLocks/>
          </p:cNvCxnSpPr>
          <p:nvPr/>
        </p:nvCxnSpPr>
        <p:spPr>
          <a:xfrm>
            <a:off x="1013647" y="2416155"/>
            <a:ext cx="233845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604DD3CE-94F1-38EA-BE77-1C1D3A86EF8E}"/>
              </a:ext>
            </a:extLst>
          </p:cNvPr>
          <p:cNvCxnSpPr>
            <a:cxnSpLocks/>
          </p:cNvCxnSpPr>
          <p:nvPr/>
        </p:nvCxnSpPr>
        <p:spPr>
          <a:xfrm>
            <a:off x="2192172" y="2416155"/>
            <a:ext cx="0" cy="30600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2E676D86-6573-58C5-98D6-232A00EEB07E}"/>
              </a:ext>
            </a:extLst>
          </p:cNvPr>
          <p:cNvCxnSpPr>
            <a:cxnSpLocks/>
          </p:cNvCxnSpPr>
          <p:nvPr/>
        </p:nvCxnSpPr>
        <p:spPr>
          <a:xfrm flipH="1">
            <a:off x="2532655" y="2418019"/>
            <a:ext cx="825965" cy="304135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echte verbindingslijn 67">
            <a:extLst>
              <a:ext uri="{FF2B5EF4-FFF2-40B4-BE49-F238E27FC236}">
                <a16:creationId xmlns:a16="http://schemas.microsoft.com/office/drawing/2014/main" id="{0522944E-2735-4F04-F380-9EC26D013BEC}"/>
              </a:ext>
            </a:extLst>
          </p:cNvPr>
          <p:cNvCxnSpPr>
            <a:cxnSpLocks/>
          </p:cNvCxnSpPr>
          <p:nvPr/>
        </p:nvCxnSpPr>
        <p:spPr>
          <a:xfrm flipH="1" flipV="1">
            <a:off x="1013647" y="2414292"/>
            <a:ext cx="838043" cy="307862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kstvak 75">
            <a:extLst>
              <a:ext uri="{FF2B5EF4-FFF2-40B4-BE49-F238E27FC236}">
                <a16:creationId xmlns:a16="http://schemas.microsoft.com/office/drawing/2014/main" id="{5A845994-D8CC-AC8C-41ED-93499D9F842F}"/>
              </a:ext>
            </a:extLst>
          </p:cNvPr>
          <p:cNvSpPr txBox="1"/>
          <p:nvPr/>
        </p:nvSpPr>
        <p:spPr>
          <a:xfrm>
            <a:off x="2228972" y="2441307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1.7 m</a:t>
            </a:r>
            <a:endParaRPr lang="en-GB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77" name="Rechte verbindingslijn 76">
            <a:extLst>
              <a:ext uri="{FF2B5EF4-FFF2-40B4-BE49-F238E27FC236}">
                <a16:creationId xmlns:a16="http://schemas.microsoft.com/office/drawing/2014/main" id="{ECF15154-D15A-4426-103C-1E4383DCA9E9}"/>
              </a:ext>
            </a:extLst>
          </p:cNvPr>
          <p:cNvCxnSpPr>
            <a:cxnSpLocks/>
          </p:cNvCxnSpPr>
          <p:nvPr/>
        </p:nvCxnSpPr>
        <p:spPr>
          <a:xfrm>
            <a:off x="1157952" y="2740005"/>
            <a:ext cx="69373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Boog 78">
            <a:extLst>
              <a:ext uri="{FF2B5EF4-FFF2-40B4-BE49-F238E27FC236}">
                <a16:creationId xmlns:a16="http://schemas.microsoft.com/office/drawing/2014/main" id="{CDBCB4F0-1EB8-1426-27FB-4CA09965D908}"/>
              </a:ext>
            </a:extLst>
          </p:cNvPr>
          <p:cNvSpPr/>
          <p:nvPr/>
        </p:nvSpPr>
        <p:spPr>
          <a:xfrm rot="12675009">
            <a:off x="1620427" y="2598620"/>
            <a:ext cx="114801" cy="14816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0" name="Rechte verbindingslijn 79">
            <a:extLst>
              <a:ext uri="{FF2B5EF4-FFF2-40B4-BE49-F238E27FC236}">
                <a16:creationId xmlns:a16="http://schemas.microsoft.com/office/drawing/2014/main" id="{4F9C995F-2AB8-3A07-98F1-6EC43F5C367D}"/>
              </a:ext>
            </a:extLst>
          </p:cNvPr>
          <p:cNvCxnSpPr>
            <a:cxnSpLocks/>
          </p:cNvCxnSpPr>
          <p:nvPr/>
        </p:nvCxnSpPr>
        <p:spPr>
          <a:xfrm>
            <a:off x="3361579" y="2416155"/>
            <a:ext cx="69373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echte verbindingslijn 84">
            <a:extLst>
              <a:ext uri="{FF2B5EF4-FFF2-40B4-BE49-F238E27FC236}">
                <a16:creationId xmlns:a16="http://schemas.microsoft.com/office/drawing/2014/main" id="{C8CBD392-4F2D-5634-991F-24062E8F9D6C}"/>
              </a:ext>
            </a:extLst>
          </p:cNvPr>
          <p:cNvCxnSpPr>
            <a:cxnSpLocks/>
          </p:cNvCxnSpPr>
          <p:nvPr/>
        </p:nvCxnSpPr>
        <p:spPr>
          <a:xfrm>
            <a:off x="2572644" y="2740005"/>
            <a:ext cx="69373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Boog 85">
            <a:extLst>
              <a:ext uri="{FF2B5EF4-FFF2-40B4-BE49-F238E27FC236}">
                <a16:creationId xmlns:a16="http://schemas.microsoft.com/office/drawing/2014/main" id="{5BB80807-6E7A-2C45-A20F-22C68C0B050E}"/>
              </a:ext>
            </a:extLst>
          </p:cNvPr>
          <p:cNvSpPr/>
          <p:nvPr/>
        </p:nvSpPr>
        <p:spPr>
          <a:xfrm rot="8924991" flipH="1">
            <a:off x="2671638" y="2598619"/>
            <a:ext cx="114801" cy="14816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Boog 87">
            <a:extLst>
              <a:ext uri="{FF2B5EF4-FFF2-40B4-BE49-F238E27FC236}">
                <a16:creationId xmlns:a16="http://schemas.microsoft.com/office/drawing/2014/main" id="{74824719-050A-8EAB-95ED-9E70E68B8F9C}"/>
              </a:ext>
            </a:extLst>
          </p:cNvPr>
          <p:cNvSpPr/>
          <p:nvPr/>
        </p:nvSpPr>
        <p:spPr>
          <a:xfrm rot="8924991" flipH="1">
            <a:off x="3461525" y="2274111"/>
            <a:ext cx="114801" cy="14816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Rechte verbindingslijn 92">
            <a:extLst>
              <a:ext uri="{FF2B5EF4-FFF2-40B4-BE49-F238E27FC236}">
                <a16:creationId xmlns:a16="http://schemas.microsoft.com/office/drawing/2014/main" id="{4847D52C-B995-05CF-2AB2-8F2C3F6A4029}"/>
              </a:ext>
            </a:extLst>
          </p:cNvPr>
          <p:cNvCxnSpPr/>
          <p:nvPr/>
        </p:nvCxnSpPr>
        <p:spPr>
          <a:xfrm flipV="1">
            <a:off x="3358620" y="1227667"/>
            <a:ext cx="1429041" cy="118662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Rechte verbindingslijn 93">
            <a:extLst>
              <a:ext uri="{FF2B5EF4-FFF2-40B4-BE49-F238E27FC236}">
                <a16:creationId xmlns:a16="http://schemas.microsoft.com/office/drawing/2014/main" id="{7E852FC7-4AF7-51F1-8511-C7A6FEE3BDB2}"/>
              </a:ext>
            </a:extLst>
          </p:cNvPr>
          <p:cNvCxnSpPr>
            <a:cxnSpLocks/>
          </p:cNvCxnSpPr>
          <p:nvPr/>
        </p:nvCxnSpPr>
        <p:spPr>
          <a:xfrm>
            <a:off x="4785621" y="1223566"/>
            <a:ext cx="1236275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C89E8292-A300-04D9-9A22-C6AAB66ADC66}"/>
              </a:ext>
            </a:extLst>
          </p:cNvPr>
          <p:cNvGrpSpPr/>
          <p:nvPr/>
        </p:nvGrpSpPr>
        <p:grpSpPr>
          <a:xfrm flipH="1">
            <a:off x="4785621" y="1581310"/>
            <a:ext cx="5810458" cy="1140723"/>
            <a:chOff x="1283325" y="4292522"/>
            <a:chExt cx="5810458" cy="1140723"/>
          </a:xfrm>
        </p:grpSpPr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60F879BD-2F6A-5467-B7AE-B5682605A1C7}"/>
                </a:ext>
              </a:extLst>
            </p:cNvPr>
            <p:cNvCxnSpPr/>
            <p:nvPr/>
          </p:nvCxnSpPr>
          <p:spPr>
            <a:xfrm>
              <a:off x="1283325" y="5133225"/>
              <a:ext cx="803688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Rechte verbindingslijn 98">
              <a:extLst>
                <a:ext uri="{FF2B5EF4-FFF2-40B4-BE49-F238E27FC236}">
                  <a16:creationId xmlns:a16="http://schemas.microsoft.com/office/drawing/2014/main" id="{42257CC5-FA10-D63A-04B2-81A51A6FFA44}"/>
                </a:ext>
              </a:extLst>
            </p:cNvPr>
            <p:cNvCxnSpPr>
              <a:cxnSpLocks/>
            </p:cNvCxnSpPr>
            <p:nvPr/>
          </p:nvCxnSpPr>
          <p:spPr>
            <a:xfrm>
              <a:off x="2923577" y="5433245"/>
              <a:ext cx="680965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Rechte verbindingslijn 99">
              <a:extLst>
                <a:ext uri="{FF2B5EF4-FFF2-40B4-BE49-F238E27FC236}">
                  <a16:creationId xmlns:a16="http://schemas.microsoft.com/office/drawing/2014/main" id="{928D38C0-3E72-8F51-2440-DB22A5F64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2547" y="4292522"/>
              <a:ext cx="1428482" cy="836587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Rechte verbindingslijn 100">
              <a:extLst>
                <a:ext uri="{FF2B5EF4-FFF2-40B4-BE49-F238E27FC236}">
                  <a16:creationId xmlns:a16="http://schemas.microsoft.com/office/drawing/2014/main" id="{EAD10019-1CA5-5F69-9D45-843F5A73CF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9548" y="4292522"/>
              <a:ext cx="1234235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Rechte verbindingslijn 101">
              <a:extLst>
                <a:ext uri="{FF2B5EF4-FFF2-40B4-BE49-F238E27FC236}">
                  <a16:creationId xmlns:a16="http://schemas.microsoft.com/office/drawing/2014/main" id="{CCB3798B-0860-14E1-812E-E0288FAC65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4542" y="5129109"/>
              <a:ext cx="825965" cy="304135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Rechte verbindingslijn 102">
              <a:extLst>
                <a:ext uri="{FF2B5EF4-FFF2-40B4-BE49-F238E27FC236}">
                  <a16:creationId xmlns:a16="http://schemas.microsoft.com/office/drawing/2014/main" id="{30DBC1AB-AFDB-D4EC-B443-2B182D6122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5534" y="5125382"/>
              <a:ext cx="838043" cy="307862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kstvak 109">
            <a:extLst>
              <a:ext uri="{FF2B5EF4-FFF2-40B4-BE49-F238E27FC236}">
                <a16:creationId xmlns:a16="http://schemas.microsoft.com/office/drawing/2014/main" id="{2D34FC26-E7F3-C1E1-750F-FE7F396EB0F7}"/>
              </a:ext>
            </a:extLst>
          </p:cNvPr>
          <p:cNvSpPr txBox="1"/>
          <p:nvPr/>
        </p:nvSpPr>
        <p:spPr>
          <a:xfrm>
            <a:off x="1272215" y="2496094"/>
            <a:ext cx="39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α</a:t>
            </a:r>
            <a:endParaRPr lang="en-GB" sz="1400" dirty="0">
              <a:solidFill>
                <a:srgbClr val="7030A0"/>
              </a:solidFill>
            </a:endParaRPr>
          </a:p>
        </p:txBody>
      </p:sp>
      <p:sp>
        <p:nvSpPr>
          <p:cNvPr id="111" name="Tekstvak 110">
            <a:extLst>
              <a:ext uri="{FF2B5EF4-FFF2-40B4-BE49-F238E27FC236}">
                <a16:creationId xmlns:a16="http://schemas.microsoft.com/office/drawing/2014/main" id="{1F57DEAE-D008-6CBB-D11C-A0A490F0CFCA}"/>
              </a:ext>
            </a:extLst>
          </p:cNvPr>
          <p:cNvSpPr txBox="1"/>
          <p:nvPr/>
        </p:nvSpPr>
        <p:spPr>
          <a:xfrm>
            <a:off x="2783255" y="2496094"/>
            <a:ext cx="39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α</a:t>
            </a:r>
            <a:endParaRPr lang="en-GB" sz="1400" dirty="0">
              <a:solidFill>
                <a:srgbClr val="7030A0"/>
              </a:solidFill>
            </a:endParaRPr>
          </a:p>
        </p:txBody>
      </p:sp>
      <p:sp>
        <p:nvSpPr>
          <p:cNvPr id="112" name="Tekstvak 111">
            <a:extLst>
              <a:ext uri="{FF2B5EF4-FFF2-40B4-BE49-F238E27FC236}">
                <a16:creationId xmlns:a16="http://schemas.microsoft.com/office/drawing/2014/main" id="{99C4E701-E261-3427-1A52-9046A57CD870}"/>
              </a:ext>
            </a:extLst>
          </p:cNvPr>
          <p:cNvSpPr txBox="1"/>
          <p:nvPr/>
        </p:nvSpPr>
        <p:spPr>
          <a:xfrm>
            <a:off x="3531576" y="2188317"/>
            <a:ext cx="39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β</a:t>
            </a:r>
            <a:endParaRPr lang="en-GB" sz="1400" dirty="0">
              <a:solidFill>
                <a:srgbClr val="7030A0"/>
              </a:solidFill>
            </a:endParaRPr>
          </a:p>
        </p:txBody>
      </p:sp>
      <p:cxnSp>
        <p:nvCxnSpPr>
          <p:cNvPr id="115" name="Rechte verbindingslijn 114">
            <a:extLst>
              <a:ext uri="{FF2B5EF4-FFF2-40B4-BE49-F238E27FC236}">
                <a16:creationId xmlns:a16="http://schemas.microsoft.com/office/drawing/2014/main" id="{E0662726-5039-818D-F693-0E6BA5820A85}"/>
              </a:ext>
            </a:extLst>
          </p:cNvPr>
          <p:cNvCxnSpPr>
            <a:cxnSpLocks/>
          </p:cNvCxnSpPr>
          <p:nvPr/>
        </p:nvCxnSpPr>
        <p:spPr>
          <a:xfrm flipH="1">
            <a:off x="4847173" y="1223566"/>
            <a:ext cx="7197" cy="1189434"/>
          </a:xfrm>
          <a:prstGeom prst="line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9" name="Rechte verbindingslijn 118">
            <a:extLst>
              <a:ext uri="{FF2B5EF4-FFF2-40B4-BE49-F238E27FC236}">
                <a16:creationId xmlns:a16="http://schemas.microsoft.com/office/drawing/2014/main" id="{CC32DBE0-4EDA-0A9C-4FE3-8AC952798ACB}"/>
              </a:ext>
            </a:extLst>
          </p:cNvPr>
          <p:cNvCxnSpPr>
            <a:cxnSpLocks/>
          </p:cNvCxnSpPr>
          <p:nvPr/>
        </p:nvCxnSpPr>
        <p:spPr>
          <a:xfrm flipH="1">
            <a:off x="5114998" y="1581310"/>
            <a:ext cx="3522" cy="831690"/>
          </a:xfrm>
          <a:prstGeom prst="line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1" name="Tekstvak 120">
            <a:extLst>
              <a:ext uri="{FF2B5EF4-FFF2-40B4-BE49-F238E27FC236}">
                <a16:creationId xmlns:a16="http://schemas.microsoft.com/office/drawing/2014/main" id="{472F8407-05D3-EA3E-4994-FEEAABBCA81C}"/>
              </a:ext>
            </a:extLst>
          </p:cNvPr>
          <p:cNvSpPr txBox="1"/>
          <p:nvPr/>
        </p:nvSpPr>
        <p:spPr>
          <a:xfrm>
            <a:off x="211438" y="3102979"/>
            <a:ext cx="4082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dirty="0"/>
              <a:t>γ</a:t>
            </a:r>
            <a:r>
              <a:rPr lang="en-GB" sz="1200" dirty="0"/>
              <a:t> is het volume van de </a:t>
            </a:r>
            <a:r>
              <a:rPr lang="en-GB" sz="1200" dirty="0" err="1"/>
              <a:t>gracht</a:t>
            </a:r>
            <a:r>
              <a:rPr lang="en-GB" sz="1200" dirty="0"/>
              <a:t> </a:t>
            </a:r>
            <a:r>
              <a:rPr lang="en-GB" sz="1200" dirty="0" err="1"/>
              <a:t>en</a:t>
            </a:r>
            <a:r>
              <a:rPr lang="en-GB" sz="1200" dirty="0"/>
              <a:t> </a:t>
            </a:r>
            <a:r>
              <a:rPr lang="en-GB" sz="1200" dirty="0" err="1"/>
              <a:t>wordt</a:t>
            </a:r>
            <a:r>
              <a:rPr lang="en-GB" sz="1200" dirty="0"/>
              <a:t> </a:t>
            </a:r>
            <a:r>
              <a:rPr lang="nl-NL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op basis van </a:t>
            </a:r>
            <a:r>
              <a:rPr lang="el-GR" sz="1200" dirty="0"/>
              <a:t>α</a:t>
            </a:r>
            <a:r>
              <a:rPr lang="nl-NL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 bepaald</a:t>
            </a:r>
          </a:p>
          <a:p>
            <a:endParaRPr lang="nl-NL" sz="1200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l-GR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δ</a:t>
            </a:r>
            <a:r>
              <a:rPr lang="nl-NL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 is de hoogte van de heuvel en wordt op basis van </a:t>
            </a:r>
            <a:r>
              <a:rPr lang="el-GR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β</a:t>
            </a:r>
            <a:r>
              <a:rPr lang="nl-NL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 bepaald</a:t>
            </a:r>
          </a:p>
          <a:p>
            <a:endParaRPr lang="nl-NL" sz="1200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l-GR" sz="1200" dirty="0"/>
              <a:t>ε</a:t>
            </a:r>
            <a:r>
              <a:rPr lang="nl-NL" sz="1200" dirty="0"/>
              <a:t> is het volume van de heuvel en wordt op basis van </a:t>
            </a:r>
            <a:r>
              <a:rPr lang="el-GR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β</a:t>
            </a:r>
            <a:r>
              <a:rPr lang="nl-NL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 bepaald</a:t>
            </a:r>
            <a:endParaRPr lang="en-GB" sz="1200" dirty="0"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3" name="Tekstvak 122">
            <a:extLst>
              <a:ext uri="{FF2B5EF4-FFF2-40B4-BE49-F238E27FC236}">
                <a16:creationId xmlns:a16="http://schemas.microsoft.com/office/drawing/2014/main" id="{20570B24-0A09-E805-B72A-70CCC46CC6C0}"/>
              </a:ext>
            </a:extLst>
          </p:cNvPr>
          <p:cNvSpPr txBox="1"/>
          <p:nvPr/>
        </p:nvSpPr>
        <p:spPr>
          <a:xfrm>
            <a:off x="1781487" y="2387190"/>
            <a:ext cx="330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γ</a:t>
            </a:r>
            <a:endParaRPr lang="en-GB" sz="1400" dirty="0">
              <a:solidFill>
                <a:srgbClr val="7030A0"/>
              </a:solidFill>
            </a:endParaRPr>
          </a:p>
        </p:txBody>
      </p:sp>
      <p:sp>
        <p:nvSpPr>
          <p:cNvPr id="124" name="Tekstvak 123">
            <a:extLst>
              <a:ext uri="{FF2B5EF4-FFF2-40B4-BE49-F238E27FC236}">
                <a16:creationId xmlns:a16="http://schemas.microsoft.com/office/drawing/2014/main" id="{F350D230-28EB-7FBA-6F9E-2914E0E4B227}"/>
              </a:ext>
            </a:extLst>
          </p:cNvPr>
          <p:cNvSpPr txBox="1"/>
          <p:nvPr/>
        </p:nvSpPr>
        <p:spPr>
          <a:xfrm>
            <a:off x="4560854" y="1853331"/>
            <a:ext cx="39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δ₂</a:t>
            </a:r>
            <a:endParaRPr lang="en-GB" sz="1400" dirty="0">
              <a:solidFill>
                <a:srgbClr val="7030A0"/>
              </a:solidFill>
            </a:endParaRPr>
          </a:p>
        </p:txBody>
      </p:sp>
      <p:sp>
        <p:nvSpPr>
          <p:cNvPr id="126" name="Tekstvak 125">
            <a:extLst>
              <a:ext uri="{FF2B5EF4-FFF2-40B4-BE49-F238E27FC236}">
                <a16:creationId xmlns:a16="http://schemas.microsoft.com/office/drawing/2014/main" id="{E41590BB-B352-AC65-7F92-629AA8B124F3}"/>
              </a:ext>
            </a:extLst>
          </p:cNvPr>
          <p:cNvSpPr txBox="1"/>
          <p:nvPr/>
        </p:nvSpPr>
        <p:spPr>
          <a:xfrm>
            <a:off x="173676" y="4448528"/>
            <a:ext cx="2318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dirty="0"/>
              <a:t>Voor </a:t>
            </a:r>
            <a:r>
              <a:rPr lang="el-GR" sz="1200" dirty="0"/>
              <a:t>α</a:t>
            </a:r>
            <a:r>
              <a:rPr lang="nl-NL" sz="1200" dirty="0"/>
              <a:t> = 20° komt </a:t>
            </a:r>
            <a:r>
              <a:rPr lang="el-GR" sz="1200" dirty="0"/>
              <a:t>γ</a:t>
            </a:r>
            <a:r>
              <a:rPr lang="nl-NL" sz="1200" dirty="0"/>
              <a:t> op 2215 m</a:t>
            </a:r>
            <a:r>
              <a:rPr lang="nl-NL" sz="1200" baseline="30000" dirty="0"/>
              <a:t>3</a:t>
            </a:r>
            <a:r>
              <a:rPr lang="nl-NL" sz="1200" dirty="0"/>
              <a:t>  </a:t>
            </a:r>
            <a:r>
              <a:rPr lang="nl-NL" sz="1200" b="1" dirty="0"/>
              <a:t> </a:t>
            </a:r>
            <a:r>
              <a:rPr lang="nl-NL" sz="1200" dirty="0"/>
              <a:t> </a:t>
            </a:r>
            <a:endParaRPr lang="en-GB" sz="1200" dirty="0"/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92E8E658-0FF3-4E49-E212-F31CE3BF2000}"/>
              </a:ext>
            </a:extLst>
          </p:cNvPr>
          <p:cNvSpPr txBox="1"/>
          <p:nvPr/>
        </p:nvSpPr>
        <p:spPr>
          <a:xfrm>
            <a:off x="4847675" y="1853331"/>
            <a:ext cx="330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rgbClr val="7030A0"/>
                </a:solidFill>
              </a:rPr>
              <a:t>δ₁</a:t>
            </a:r>
            <a:endParaRPr lang="en-GB" sz="1400" dirty="0">
              <a:solidFill>
                <a:srgbClr val="7030A0"/>
              </a:solidFill>
            </a:endParaRP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B1EFCD01-2350-7A09-5DA5-18AA8CCE0368}"/>
              </a:ext>
            </a:extLst>
          </p:cNvPr>
          <p:cNvSpPr txBox="1"/>
          <p:nvPr/>
        </p:nvSpPr>
        <p:spPr>
          <a:xfrm>
            <a:off x="5334451" y="1932677"/>
            <a:ext cx="385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>
                <a:solidFill>
                  <a:srgbClr val="7030A0"/>
                </a:solidFill>
              </a:rPr>
              <a:t>ε</a:t>
            </a:r>
            <a:endParaRPr lang="en-GB" dirty="0"/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344CED5B-7B95-60C4-2BDE-EFE3F0BF3BD0}"/>
              </a:ext>
            </a:extLst>
          </p:cNvPr>
          <p:cNvSpPr txBox="1"/>
          <p:nvPr/>
        </p:nvSpPr>
        <p:spPr>
          <a:xfrm>
            <a:off x="167467" y="4879548"/>
            <a:ext cx="3471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Voor </a:t>
            </a:r>
            <a:r>
              <a:rPr lang="el-GR" sz="1200" dirty="0">
                <a:ea typeface="Cascadia Code" panose="020B0609020000020004" pitchFamily="49" charset="0"/>
                <a:cs typeface="Cascadia Code" panose="020B0609020000020004" pitchFamily="49" charset="0"/>
              </a:rPr>
              <a:t>β</a:t>
            </a:r>
            <a:r>
              <a:rPr lang="nl-NL" sz="1200" dirty="0"/>
              <a:t> = 30° komt </a:t>
            </a:r>
            <a:r>
              <a:rPr lang="el-GR" sz="1200" dirty="0"/>
              <a:t>δ</a:t>
            </a:r>
            <a:r>
              <a:rPr lang="nl-NL" sz="1200" dirty="0"/>
              <a:t> 4.6 m en </a:t>
            </a:r>
            <a:r>
              <a:rPr lang="el-GR" sz="1200" dirty="0"/>
              <a:t>ε</a:t>
            </a:r>
            <a:r>
              <a:rPr lang="nl-NL" sz="1200" dirty="0"/>
              <a:t> op 2121 m</a:t>
            </a:r>
            <a:r>
              <a:rPr lang="nl-NL" sz="1200" baseline="30000" dirty="0"/>
              <a:t>3</a:t>
            </a:r>
            <a:r>
              <a:rPr lang="nl-NL" sz="1200" dirty="0"/>
              <a:t>   </a:t>
            </a:r>
            <a:r>
              <a:rPr lang="nl-NL" sz="1200" b="1" dirty="0"/>
              <a:t> </a:t>
            </a:r>
            <a:r>
              <a:rPr lang="nl-NL" sz="1200" dirty="0"/>
              <a:t> </a:t>
            </a:r>
            <a:endParaRPr lang="en-GB" sz="1200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2F67CD4A-8B46-FE8F-C08A-5309B54B0C28}"/>
              </a:ext>
            </a:extLst>
          </p:cNvPr>
          <p:cNvSpPr txBox="1"/>
          <p:nvPr/>
        </p:nvSpPr>
        <p:spPr>
          <a:xfrm>
            <a:off x="135063" y="5677535"/>
            <a:ext cx="3471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De huidige situatie van </a:t>
            </a:r>
            <a:r>
              <a:rPr lang="el-GR" sz="1200" dirty="0"/>
              <a:t>ε</a:t>
            </a:r>
            <a:r>
              <a:rPr lang="nl-NL" sz="1200" dirty="0"/>
              <a:t> is vastgesteld op 939.02 m</a:t>
            </a:r>
            <a:r>
              <a:rPr lang="nl-NL" sz="1200" baseline="30000" dirty="0"/>
              <a:t>3</a:t>
            </a:r>
            <a:r>
              <a:rPr lang="nl-NL" sz="1200" dirty="0"/>
              <a:t> </a:t>
            </a:r>
            <a:endParaRPr lang="en-GB" sz="1200" dirty="0"/>
          </a:p>
        </p:txBody>
      </p:sp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52884076-2C88-A0CD-C636-062E1BC55C81}"/>
              </a:ext>
            </a:extLst>
          </p:cNvPr>
          <p:cNvCxnSpPr>
            <a:cxnSpLocks/>
          </p:cNvCxnSpPr>
          <p:nvPr/>
        </p:nvCxnSpPr>
        <p:spPr>
          <a:xfrm flipH="1">
            <a:off x="6669279" y="1818283"/>
            <a:ext cx="307135" cy="3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3395A88A-FFDA-DFF2-1F01-CE7720DFC336}"/>
              </a:ext>
            </a:extLst>
          </p:cNvPr>
          <p:cNvSpPr txBox="1"/>
          <p:nvPr/>
        </p:nvSpPr>
        <p:spPr>
          <a:xfrm>
            <a:off x="6943900" y="1577740"/>
            <a:ext cx="1068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Huidige situatie heuvel</a:t>
            </a:r>
            <a:endParaRPr lang="en-GB" sz="7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F165DCB5-028E-3539-7A36-966D410669AA}"/>
              </a:ext>
            </a:extLst>
          </p:cNvPr>
          <p:cNvCxnSpPr>
            <a:cxnSpLocks/>
          </p:cNvCxnSpPr>
          <p:nvPr/>
        </p:nvCxnSpPr>
        <p:spPr>
          <a:xfrm flipH="1">
            <a:off x="5788865" y="862665"/>
            <a:ext cx="307135" cy="3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973A9B55-2BEE-51AE-0778-5C6EF32B7E79}"/>
              </a:ext>
            </a:extLst>
          </p:cNvPr>
          <p:cNvSpPr txBox="1"/>
          <p:nvPr/>
        </p:nvSpPr>
        <p:spPr>
          <a:xfrm>
            <a:off x="6063486" y="622122"/>
            <a:ext cx="1068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Variabele hoogte heuvel</a:t>
            </a:r>
            <a:endParaRPr lang="en-GB" sz="7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24136C80-0797-E6E4-7C06-3C8A05D8C7A3}"/>
              </a:ext>
            </a:extLst>
          </p:cNvPr>
          <p:cNvCxnSpPr>
            <a:cxnSpLocks/>
          </p:cNvCxnSpPr>
          <p:nvPr/>
        </p:nvCxnSpPr>
        <p:spPr>
          <a:xfrm flipH="1">
            <a:off x="5851133" y="922588"/>
            <a:ext cx="519488" cy="649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4246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Breedbeeld</PresentationFormat>
  <Paragraphs>22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Code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Maurice de Kleijn</dc:creator>
  <cp:lastModifiedBy>Maurice de Kleijn</cp:lastModifiedBy>
  <cp:revision>1</cp:revision>
  <dcterms:created xsi:type="dcterms:W3CDTF">2026-08-06T07:10:40Z</dcterms:created>
  <dcterms:modified xsi:type="dcterms:W3CDTF">2026-08-06T07:11:25Z</dcterms:modified>
</cp:coreProperties>
</file>